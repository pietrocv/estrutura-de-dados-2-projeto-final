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208df73db845e0" /><Relationship Type="http://schemas.openxmlformats.org/officeDocument/2006/relationships/extended-properties" Target="/docProps/app.xml" Id="Rc3705640370b43d6" /><Relationship Type="http://schemas.openxmlformats.org/officeDocument/2006/relationships/officeDocument" Target="/ppt/presentation.xml" Id="R61ae38d445ac42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be754da914476"/>
  </p:sldMasterIdLst>
  <p:notesMasterIdLst>
    <p:notesMasterId xmlns:r="http://schemas.openxmlformats.org/officeDocument/2006/relationships" r:id="R599fbef17ae440fb"/>
  </p:notesMasterIdLst>
  <p:sldIdLst>
    <p:sldId xmlns:r="http://schemas.openxmlformats.org/officeDocument/2006/relationships" id="256" r:id="R8db662c1e54c490d"/>
    <p:sldId xmlns:r="http://schemas.openxmlformats.org/officeDocument/2006/relationships" id="257" r:id="R8304f167e6fe427e"/>
    <p:sldId xmlns:r="http://schemas.openxmlformats.org/officeDocument/2006/relationships" id="258" r:id="Rf4c12e4a63c245d2"/>
    <p:sldId xmlns:r="http://schemas.openxmlformats.org/officeDocument/2006/relationships" id="259" r:id="R3fb5b8b88ed54443"/>
    <p:sldId xmlns:r="http://schemas.openxmlformats.org/officeDocument/2006/relationships" id="260" r:id="R990e926f18fb40f2"/>
    <p:sldId xmlns:r="http://schemas.openxmlformats.org/officeDocument/2006/relationships" id="261" r:id="Rc3101516f6414f5d"/>
    <p:sldId xmlns:r="http://schemas.openxmlformats.org/officeDocument/2006/relationships" id="262" r:id="Rb681b6372cbb4112"/>
    <p:sldId xmlns:r="http://schemas.openxmlformats.org/officeDocument/2006/relationships" id="263" r:id="R2339e534dbf14512"/>
    <p:sldId xmlns:r="http://schemas.openxmlformats.org/officeDocument/2006/relationships" id="264" r:id="Rb88b59eaa636476e"/>
    <p:sldId xmlns:r="http://schemas.openxmlformats.org/officeDocument/2006/relationships" id="265" r:id="R0a4185207c364dad"/>
    <p:sldId xmlns:r="http://schemas.openxmlformats.org/officeDocument/2006/relationships" id="266" r:id="Rbaf83214a0b2453e"/>
    <p:sldId xmlns:r="http://schemas.openxmlformats.org/officeDocument/2006/relationships" id="267" r:id="R5c405f0c3a2d4cdd"/>
    <p:sldId xmlns:r="http://schemas.openxmlformats.org/officeDocument/2006/relationships" id="268" r:id="R45f0b0e153c84711"/>
    <p:sldId xmlns:r="http://schemas.openxmlformats.org/officeDocument/2006/relationships" id="269" r:id="R78e4e2cdffec4943"/>
    <p:sldId xmlns:r="http://schemas.openxmlformats.org/officeDocument/2006/relationships" id="270" r:id="R212a1449ad154e22"/>
    <p:sldId xmlns:r="http://schemas.openxmlformats.org/officeDocument/2006/relationships" id="271" r:id="Rc0f10df3f8444ada"/>
    <p:sldId xmlns:r="http://schemas.openxmlformats.org/officeDocument/2006/relationships" id="272" r:id="R958d580c7dcb4e27"/>
    <p:sldId xmlns:r="http://schemas.openxmlformats.org/officeDocument/2006/relationships" id="273" r:id="R8c14ae115d0840dd"/>
    <p:sldId xmlns:r="http://schemas.openxmlformats.org/officeDocument/2006/relationships" id="274" r:id="Rc1ec292cd2d74727"/>
    <p:sldId xmlns:r="http://schemas.openxmlformats.org/officeDocument/2006/relationships" id="275" r:id="R086f364c900a4c7a"/>
    <p:sldId xmlns:r="http://schemas.openxmlformats.org/officeDocument/2006/relationships" id="276" r:id="Ra7ba7151dd054ad7"/>
    <p:sldId xmlns:r="http://schemas.openxmlformats.org/officeDocument/2006/relationships" id="277" r:id="Rb9cbafc370a64cb6"/>
    <p:sldId xmlns:r="http://schemas.openxmlformats.org/officeDocument/2006/relationships" id="278" r:id="R94381a8c365b403d"/>
    <p:sldId xmlns:r="http://schemas.openxmlformats.org/officeDocument/2006/relationships" id="279" r:id="Re11eb5e09ded4800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6a35865e434ada" /><Relationship Type="http://schemas.openxmlformats.org/officeDocument/2006/relationships/slideMaster" Target="/ppt/slideMasters/slideMaster1.xml" Id="R2c9be754da914476" /><Relationship Type="http://schemas.openxmlformats.org/officeDocument/2006/relationships/notesMaster" Target="/ppt/notesMasters/notesMaster1.xml" Id="R599fbef17ae440fb" /><Relationship Type="http://schemas.openxmlformats.org/officeDocument/2006/relationships/presProps" Target="/ppt/presProps.xml" Id="Rbda37ce7b24747e0" /><Relationship Type="http://schemas.openxmlformats.org/officeDocument/2006/relationships/tableStyles" Target="/ppt/tableStyles.xml" Id="R38106a800b6b4055" /><Relationship Type="http://schemas.openxmlformats.org/officeDocument/2006/relationships/slide" Target="/ppt/slides/slide1.xml" Id="R8db662c1e54c490d" /><Relationship Type="http://schemas.openxmlformats.org/officeDocument/2006/relationships/slide" Target="/ppt/slides/slide2.xml" Id="R8304f167e6fe427e" /><Relationship Type="http://schemas.openxmlformats.org/officeDocument/2006/relationships/slide" Target="/ppt/slides/slide3.xml" Id="Rf4c12e4a63c245d2" /><Relationship Type="http://schemas.openxmlformats.org/officeDocument/2006/relationships/slide" Target="/ppt/slides/slide4.xml" Id="R3fb5b8b88ed54443" /><Relationship Type="http://schemas.openxmlformats.org/officeDocument/2006/relationships/slide" Target="/ppt/slides/slide5.xml" Id="R990e926f18fb40f2" /><Relationship Type="http://schemas.openxmlformats.org/officeDocument/2006/relationships/slide" Target="/ppt/slides/slide6.xml" Id="Rc3101516f6414f5d" /><Relationship Type="http://schemas.openxmlformats.org/officeDocument/2006/relationships/slide" Target="/ppt/slides/slide7.xml" Id="Rb681b6372cbb4112" /><Relationship Type="http://schemas.openxmlformats.org/officeDocument/2006/relationships/slide" Target="/ppt/slides/slide8.xml" Id="R2339e534dbf14512" /><Relationship Type="http://schemas.openxmlformats.org/officeDocument/2006/relationships/slide" Target="/ppt/slides/slide9.xml" Id="Rb88b59eaa636476e" /><Relationship Type="http://schemas.openxmlformats.org/officeDocument/2006/relationships/slide" Target="/ppt/slides/slide10.xml" Id="R0a4185207c364dad" /><Relationship Type="http://schemas.openxmlformats.org/officeDocument/2006/relationships/slide" Target="/ppt/slides/slide11.xml" Id="Rbaf83214a0b2453e" /><Relationship Type="http://schemas.openxmlformats.org/officeDocument/2006/relationships/slide" Target="/ppt/slides/slide12.xml" Id="R5c405f0c3a2d4cdd" /><Relationship Type="http://schemas.openxmlformats.org/officeDocument/2006/relationships/slide" Target="/ppt/slides/slide13.xml" Id="R45f0b0e153c84711" /><Relationship Type="http://schemas.openxmlformats.org/officeDocument/2006/relationships/slide" Target="/ppt/slides/slide14.xml" Id="R78e4e2cdffec4943" /><Relationship Type="http://schemas.openxmlformats.org/officeDocument/2006/relationships/slide" Target="/ppt/slides/slide15.xml" Id="R212a1449ad154e22" /><Relationship Type="http://schemas.openxmlformats.org/officeDocument/2006/relationships/slide" Target="/ppt/slides/slide16.xml" Id="Rc0f10df3f8444ada" /><Relationship Type="http://schemas.openxmlformats.org/officeDocument/2006/relationships/slide" Target="/ppt/slides/slide17.xml" Id="R958d580c7dcb4e27" /><Relationship Type="http://schemas.openxmlformats.org/officeDocument/2006/relationships/slide" Target="/ppt/slides/slide18.xml" Id="R8c14ae115d0840dd" /><Relationship Type="http://schemas.openxmlformats.org/officeDocument/2006/relationships/slide" Target="/ppt/slides/slide19.xml" Id="Rc1ec292cd2d74727" /><Relationship Type="http://schemas.openxmlformats.org/officeDocument/2006/relationships/slide" Target="/ppt/slides/slide20.xml" Id="R086f364c900a4c7a" /><Relationship Type="http://schemas.openxmlformats.org/officeDocument/2006/relationships/slide" Target="/ppt/slides/slide21.xml" Id="Ra7ba7151dd054ad7" /><Relationship Type="http://schemas.openxmlformats.org/officeDocument/2006/relationships/slide" Target="/ppt/slides/slide22.xml" Id="Rb9cbafc370a64cb6" /><Relationship Type="http://schemas.openxmlformats.org/officeDocument/2006/relationships/slide" Target="/ppt/slides/slide23.xml" Id="R94381a8c365b403d" /><Relationship Type="http://schemas.openxmlformats.org/officeDocument/2006/relationships/slide" Target="/ppt/slides/slide24.xml" Id="Re11eb5e09ded48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ae8d15c8ae4c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6d0cd2497f458b" /><Relationship Type="http://schemas.openxmlformats.org/officeDocument/2006/relationships/notesMaster" Target="/ppt/notesMasters/notesMaster1.xml" Id="R4dfb57ab230d4d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654f267f75400a" /><Relationship Type="http://schemas.openxmlformats.org/officeDocument/2006/relationships/notesMaster" Target="/ppt/notesMasters/notesMaster1.xml" Id="R5641debe9bb148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80ea2e201e4872" /><Relationship Type="http://schemas.openxmlformats.org/officeDocument/2006/relationships/notesMaster" Target="/ppt/notesMasters/notesMaster1.xml" Id="R98986edf960b49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65627bab0041e6" /><Relationship Type="http://schemas.openxmlformats.org/officeDocument/2006/relationships/notesMaster" Target="/ppt/notesMasters/notesMaster1.xml" Id="R184d847d92a646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af26a97ec640df" /><Relationship Type="http://schemas.openxmlformats.org/officeDocument/2006/relationships/notesMaster" Target="/ppt/notesMasters/notesMaster1.xml" Id="R8a48e3c0468348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59e7f1470b4b07" /><Relationship Type="http://schemas.openxmlformats.org/officeDocument/2006/relationships/notesMaster" Target="/ppt/notesMasters/notesMaster1.xml" Id="Rdde37f28c50e4a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20be53676c4ba1" /><Relationship Type="http://schemas.openxmlformats.org/officeDocument/2006/relationships/notesMaster" Target="/ppt/notesMasters/notesMaster1.xml" Id="R6a97c4d1119d47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04699fcb714949" /><Relationship Type="http://schemas.openxmlformats.org/officeDocument/2006/relationships/notesMaster" Target="/ppt/notesMasters/notesMaster1.xml" Id="Rfab5bff73cd64e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75caefce3c4e92" /><Relationship Type="http://schemas.openxmlformats.org/officeDocument/2006/relationships/notesMaster" Target="/ppt/notesMasters/notesMaster1.xml" Id="R6eb80cfe155847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21a418df78412c" /><Relationship Type="http://schemas.openxmlformats.org/officeDocument/2006/relationships/notesMaster" Target="/ppt/notesMasters/notesMaster1.xml" Id="Rea2f9e976c0e4f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b4faf9b13a4391" /><Relationship Type="http://schemas.openxmlformats.org/officeDocument/2006/relationships/notesMaster" Target="/ppt/notesMasters/notesMaster1.xml" Id="R6512f9bcb62948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dd91e79b1f49a0" /><Relationship Type="http://schemas.openxmlformats.org/officeDocument/2006/relationships/notesMaster" Target="/ppt/notesMasters/notesMaster1.xml" Id="R2b498c60c06846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2d541a369c4e59" /><Relationship Type="http://schemas.openxmlformats.org/officeDocument/2006/relationships/notesMaster" Target="/ppt/notesMasters/notesMaster1.xml" Id="Read829de3d914d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0b8d74092a4f03" /><Relationship Type="http://schemas.openxmlformats.org/officeDocument/2006/relationships/notesMaster" Target="/ppt/notesMasters/notesMaster1.xml" Id="Re814b0ac9a8245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c0d7de22494199" /><Relationship Type="http://schemas.openxmlformats.org/officeDocument/2006/relationships/notesMaster" Target="/ppt/notesMasters/notesMaster1.xml" Id="R6f28f50d25e64d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fc02e6ed8f42f9" /><Relationship Type="http://schemas.openxmlformats.org/officeDocument/2006/relationships/notesMaster" Target="/ppt/notesMasters/notesMaster1.xml" Id="Rffea4e00ff214a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19697abff0461b" /><Relationship Type="http://schemas.openxmlformats.org/officeDocument/2006/relationships/notesMaster" Target="/ppt/notesMasters/notesMaster1.xml" Id="R925bafdb48154c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e6b3cc16944d2a" /><Relationship Type="http://schemas.openxmlformats.org/officeDocument/2006/relationships/notesMaster" Target="/ppt/notesMasters/notesMaster1.xml" Id="Rdc3cc7063d4643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1d57ceff3284287" /><Relationship Type="http://schemas.openxmlformats.org/officeDocument/2006/relationships/notesMaster" Target="/ppt/notesMasters/notesMaster1.xml" Id="R46e231d45d5e4c2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2dd0a9bdb9410b" /><Relationship Type="http://schemas.openxmlformats.org/officeDocument/2006/relationships/notesMaster" Target="/ppt/notesMasters/notesMaster1.xml" Id="R8610482833044a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4dd2201e6b44b57" /><Relationship Type="http://schemas.openxmlformats.org/officeDocument/2006/relationships/notesMaster" Target="/ppt/notesMasters/notesMaster1.xml" Id="Rc273caeafbae48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f91719bd624295" /><Relationship Type="http://schemas.openxmlformats.org/officeDocument/2006/relationships/notesMaster" Target="/ppt/notesMasters/notesMaster1.xml" Id="R5a67b904526946f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ecff9fec49c49af" /><Relationship Type="http://schemas.openxmlformats.org/officeDocument/2006/relationships/notesMaster" Target="/ppt/notesMasters/notesMaster1.xml" Id="Rbf5d70bbb2f64e1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f7011759d8a43f8" /><Relationship Type="http://schemas.openxmlformats.org/officeDocument/2006/relationships/notesMaster" Target="/ppt/notesMasters/notesMaster1.xml" Id="R380aa108d95546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5461d922541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5228faee7c4755" /><Relationship Type="http://schemas.openxmlformats.org/officeDocument/2006/relationships/slideLayout" Target="/ppt/slideLayouts/slideLayout1.xml" Id="R132659ae5fcc46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659ae5fcc46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c068241d5403f" /><Relationship Type="http://schemas.openxmlformats.org/officeDocument/2006/relationships/image" Target="/ppt/media/image.jpeg" Id="Rcc9250d030914931" /><Relationship Type="http://schemas.openxmlformats.org/officeDocument/2006/relationships/notesSlide" Target="/ppt/notesSlides/notesSlide1.xml" Id="Rc0384386b31e44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bd3ced728484f" /><Relationship Type="http://schemas.openxmlformats.org/officeDocument/2006/relationships/image" Target="/ppt/media/image2.jpeg" Id="Rced0ab677db74bd0" /><Relationship Type="http://schemas.openxmlformats.org/officeDocument/2006/relationships/notesSlide" Target="/ppt/notesSlides/notesSlide2.xml" Id="Reecc5aa514914d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17f9aefaa4277" /><Relationship Type="http://schemas.openxmlformats.org/officeDocument/2006/relationships/image" Target="/ppt/media/image3.jpeg" Id="Re75e42fc46d441f0" /><Relationship Type="http://schemas.openxmlformats.org/officeDocument/2006/relationships/notesSlide" Target="/ppt/notesSlides/notesSlide3.xml" Id="R03a6c6821eee4c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d652750ec458e" /><Relationship Type="http://schemas.openxmlformats.org/officeDocument/2006/relationships/image" Target="/ppt/media/image4.jpeg" Id="R43ccac63738f445e" /><Relationship Type="http://schemas.openxmlformats.org/officeDocument/2006/relationships/notesSlide" Target="/ppt/notesSlides/notesSlide4.xml" Id="Rd82d031cfbe348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fc7dd91c34326" /><Relationship Type="http://schemas.openxmlformats.org/officeDocument/2006/relationships/image" Target="/ppt/media/image5.jpeg" Id="R6dc6514193804b10" /><Relationship Type="http://schemas.openxmlformats.org/officeDocument/2006/relationships/notesSlide" Target="/ppt/notesSlides/notesSlide5.xml" Id="R7817fe1ba9f047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b0040255e4cfa" /><Relationship Type="http://schemas.openxmlformats.org/officeDocument/2006/relationships/image" Target="/ppt/media/image6.jpeg" Id="R3f1cf04e07614716" /><Relationship Type="http://schemas.openxmlformats.org/officeDocument/2006/relationships/notesSlide" Target="/ppt/notesSlides/notesSlide6.xml" Id="R9bc40750c84447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4f36b7ff84154" /><Relationship Type="http://schemas.openxmlformats.org/officeDocument/2006/relationships/image" Target="/ppt/media/image7.jpeg" Id="R6e53a0ec0c5c40c7" /><Relationship Type="http://schemas.openxmlformats.org/officeDocument/2006/relationships/notesSlide" Target="/ppt/notesSlides/notesSlide7.xml" Id="R64d253cfce384b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510b48b2f4c5c" /><Relationship Type="http://schemas.openxmlformats.org/officeDocument/2006/relationships/image" Target="/ppt/media/image8.jpeg" Id="Rce557882b59a47ea" /><Relationship Type="http://schemas.openxmlformats.org/officeDocument/2006/relationships/notesSlide" Target="/ppt/notesSlides/notesSlide8.xml" Id="R5a2bf37aff6643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ae4b551444030" /><Relationship Type="http://schemas.openxmlformats.org/officeDocument/2006/relationships/image" Target="/ppt/media/image9.jpeg" Id="R925a603b9f4a4694" /><Relationship Type="http://schemas.openxmlformats.org/officeDocument/2006/relationships/notesSlide" Target="/ppt/notesSlides/notesSlide9.xml" Id="Re99de80d559542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3d067f0a443fd" /><Relationship Type="http://schemas.openxmlformats.org/officeDocument/2006/relationships/image" Target="/ppt/media/image10.jpeg" Id="Rbdfd85531c93440c" /><Relationship Type="http://schemas.openxmlformats.org/officeDocument/2006/relationships/notesSlide" Target="/ppt/notesSlides/notesSlide10.xml" Id="R629305a6f2364f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c0270fe6b428a" /><Relationship Type="http://schemas.openxmlformats.org/officeDocument/2006/relationships/image" Target="/ppt/media/image11.jpeg" Id="Rcc4bbe63b1fb45b1" /><Relationship Type="http://schemas.openxmlformats.org/officeDocument/2006/relationships/notesSlide" Target="/ppt/notesSlides/notesSlide11.xml" Id="Rd94b552c9d4a48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4509b75204320" /><Relationship Type="http://schemas.openxmlformats.org/officeDocument/2006/relationships/image" Target="/ppt/media/image12.jpeg" Id="R716793c422a74bbb" /><Relationship Type="http://schemas.openxmlformats.org/officeDocument/2006/relationships/notesSlide" Target="/ppt/notesSlides/notesSlide12.xml" Id="Re966623749ff43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d83044ce1405d" /><Relationship Type="http://schemas.openxmlformats.org/officeDocument/2006/relationships/image" Target="/ppt/media/image13.jpeg" Id="Rd384145291914aac" /><Relationship Type="http://schemas.openxmlformats.org/officeDocument/2006/relationships/notesSlide" Target="/ppt/notesSlides/notesSlide13.xml" Id="R072890fce9f444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f63cade1b4b9f" /><Relationship Type="http://schemas.openxmlformats.org/officeDocument/2006/relationships/image" Target="/ppt/media/image14.jpeg" Id="Rf49a4349969b4e39" /><Relationship Type="http://schemas.openxmlformats.org/officeDocument/2006/relationships/notesSlide" Target="/ppt/notesSlides/notesSlide14.xml" Id="Rb9148f0731b74d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c50a1f4c7458c" /><Relationship Type="http://schemas.openxmlformats.org/officeDocument/2006/relationships/image" Target="/ppt/media/image15.jpeg" Id="R3cb5dfd6a9074aad" /><Relationship Type="http://schemas.openxmlformats.org/officeDocument/2006/relationships/notesSlide" Target="/ppt/notesSlides/notesSlide15.xml" Id="R9acea8b57c8c42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b4d28a75d432b" /><Relationship Type="http://schemas.openxmlformats.org/officeDocument/2006/relationships/image" Target="/ppt/media/image16.jpeg" Id="R5a5c92dd3ee445e9" /><Relationship Type="http://schemas.openxmlformats.org/officeDocument/2006/relationships/notesSlide" Target="/ppt/notesSlides/notesSlide16.xml" Id="Rbe744fa010af4b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977fe2390417e" /><Relationship Type="http://schemas.openxmlformats.org/officeDocument/2006/relationships/image" Target="/ppt/media/image17.jpeg" Id="Ra4e11868c22647c9" /><Relationship Type="http://schemas.openxmlformats.org/officeDocument/2006/relationships/notesSlide" Target="/ppt/notesSlides/notesSlide17.xml" Id="Rc4d6a172fd7d4a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6de26dac94015" /><Relationship Type="http://schemas.openxmlformats.org/officeDocument/2006/relationships/image" Target="/ppt/media/image18.jpeg" Id="R2eb69fb94845422c" /><Relationship Type="http://schemas.openxmlformats.org/officeDocument/2006/relationships/notesSlide" Target="/ppt/notesSlides/notesSlide18.xml" Id="R54671ee9d0bc47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9989fc2504295" /><Relationship Type="http://schemas.openxmlformats.org/officeDocument/2006/relationships/image" Target="/ppt/media/image19.jpeg" Id="R8cd82c1021e04689" /><Relationship Type="http://schemas.openxmlformats.org/officeDocument/2006/relationships/notesSlide" Target="/ppt/notesSlides/notesSlide19.xml" Id="R024ea1795ee548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987f1a6f84cee" /><Relationship Type="http://schemas.openxmlformats.org/officeDocument/2006/relationships/image" Target="/ppt/media/image20.jpeg" Id="Rc0691bf30e51429d" /><Relationship Type="http://schemas.openxmlformats.org/officeDocument/2006/relationships/notesSlide" Target="/ppt/notesSlides/notesSlide20.xml" Id="R21b263e5af73414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e5b7ef98c4a78" /><Relationship Type="http://schemas.openxmlformats.org/officeDocument/2006/relationships/image" Target="/ppt/media/image21.jpeg" Id="Re3f20046ea5444be" /><Relationship Type="http://schemas.openxmlformats.org/officeDocument/2006/relationships/notesSlide" Target="/ppt/notesSlides/notesSlide21.xml" Id="R22d00e0575364e1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4bdd8fa0e4310" /><Relationship Type="http://schemas.openxmlformats.org/officeDocument/2006/relationships/image" Target="/ppt/media/image22.jpeg" Id="Ra34b2035610d4d2a" /><Relationship Type="http://schemas.openxmlformats.org/officeDocument/2006/relationships/notesSlide" Target="/ppt/notesSlides/notesSlide22.xml" Id="Rd121eaedd3e442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9722240f943ea" /><Relationship Type="http://schemas.openxmlformats.org/officeDocument/2006/relationships/image" Target="/ppt/media/image23.jpeg" Id="R4a849ca5149a4fd0" /><Relationship Type="http://schemas.openxmlformats.org/officeDocument/2006/relationships/notesSlide" Target="/ppt/notesSlides/notesSlide23.xml" Id="Rb8659eb944c84e5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a3c5047e5402d" /><Relationship Type="http://schemas.openxmlformats.org/officeDocument/2006/relationships/image" Target="/ppt/media/image24.jpeg" Id="Ra3ef385760254299" /><Relationship Type="http://schemas.openxmlformats.org/officeDocument/2006/relationships/notesSlide" Target="/ppt/notesSlides/notesSlide24.xml" Id="Rf05b0d40023a48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250d0309149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007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0ab677db74b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34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e42fc46d441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9621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cac63738f44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293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6514193804b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7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cf04e076147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793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3a0ec0c5c40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102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57882b59a47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350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a603b9f4a46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202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d85531c9344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7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bbe63b1fb45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071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793c422a74b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627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4145291914a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691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a4349969b4e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05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5dfd6a9074a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6738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c92dd3ee445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683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11868c22647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3202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69fb9484542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29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82c1021e046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2437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91bf30e5142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59042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20046ea5444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1667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b2035610d4d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970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49ca5149a4f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2713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f3857602542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89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2026-06-23T02:43:53.0910000Z</dcterms:created>
  <dcterms:modified xsi:type="dcterms:W3CDTF">2026-06-23T02:43:53.0910000Z</dcterms:modified>
</coreProperties>
</file>